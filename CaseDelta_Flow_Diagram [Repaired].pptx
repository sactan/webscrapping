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5932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731520"/>
            <a:ext cx="4572000" cy="4572000"/>
          </a:xfrm>
          <a:prstGeom prst="ellipse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1371600"/>
            <a:ext cx="3200400" cy="3200400"/>
          </a:xfrm>
          <a:prstGeom prst="ellipse">
            <a:avLst/>
          </a:prstGeom>
          <a:solidFill>
            <a:srgbClr val="818CF8">
              <a:alpha val="1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CaseDelta Flow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· HTML Capture · JSON File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flow-based reference diagram showing how delta state,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capture strategy, and JSON output vary by page scenario.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492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Cases  ·  2 Dimensions  ·  Full Capture Strategy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Flow: Page &amp; Delta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166360" y="822960"/>
            <a:ext cx="1828800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66360" y="822960"/>
            <a:ext cx="18288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80760" y="1280160"/>
            <a:ext cx="0" cy="41148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09160" y="1691640"/>
            <a:ext cx="2743200" cy="640080"/>
          </a:xfrm>
          <a:prstGeom prst="rect">
            <a:avLst/>
          </a:prstGeom>
          <a:solidFill>
            <a:srgbClr val="1D4ED8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2011680"/>
            <a:ext cx="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52360" y="2011680"/>
            <a:ext cx="1783080" cy="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0" y="1691640"/>
            <a:ext cx="2743200" cy="640080"/>
          </a:xfrm>
          <a:prstGeom prst="rect">
            <a:avLst/>
          </a:prstGeom>
          <a:solidFill>
            <a:srgbClr val="1D4ED8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Delta?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03120" y="2331720"/>
            <a:ext cx="0" cy="50292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2377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89120" y="2011680"/>
            <a:ext cx="0" cy="82296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2377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686800" y="1691640"/>
            <a:ext cx="2743200" cy="640080"/>
          </a:xfrm>
          <a:prstGeom prst="rect">
            <a:avLst/>
          </a:prstGeom>
          <a:solidFill>
            <a:srgbClr val="1D4ED8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Delta?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058400" y="2331720"/>
            <a:ext cx="0" cy="50292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04120" y="2377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686800" y="2011680"/>
            <a:ext cx="0" cy="82296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32520" y="2377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0" y="2834640"/>
            <a:ext cx="2286000" cy="502920"/>
          </a:xfrm>
          <a:prstGeom prst="rect">
            <a:avLst/>
          </a:prstGeom>
          <a:solidFill>
            <a:srgbClr val="0C4A6E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· No Delta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22960" y="2834640"/>
            <a:ext cx="2286000" cy="502920"/>
          </a:xfrm>
          <a:prstGeom prst="rect">
            <a:avLst/>
          </a:prstGeom>
          <a:solidFill>
            <a:srgbClr val="0C4A6E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· With Delta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98080" y="2834640"/>
            <a:ext cx="2286000" cy="502920"/>
          </a:xfrm>
          <a:prstGeom prst="rect">
            <a:avLst/>
          </a:prstGeom>
          <a:solidFill>
            <a:srgbClr val="0C4A6E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Page · No Delta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875520" y="2834640"/>
            <a:ext cx="2286000" cy="502920"/>
          </a:xfrm>
          <a:prstGeom prst="rect">
            <a:avLst/>
          </a:prstGeom>
          <a:solidFill>
            <a:srgbClr val="0C4A6E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0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4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Page · With Delta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17720" y="3337560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65960" y="3337560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41080" y="3337560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018520" y="3337560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46120" y="3657600"/>
            <a:ext cx="2697480" cy="2926080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46120" y="3657600"/>
            <a:ext cx="64008" cy="29260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0" y="37673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STATE: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383280" y="3950208"/>
            <a:ext cx="251460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383280" y="466648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CAPTURE: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383280" y="4849368"/>
            <a:ext cx="251460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with page name (final state only)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383280" y="55656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FILE: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383280" y="5748528"/>
            <a:ext cx="251460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JSON with final state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82880" y="3657600"/>
            <a:ext cx="2697480" cy="292608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2880" y="3657600"/>
            <a:ext cx="64008" cy="29260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37673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STATE: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20040" y="3950208"/>
            <a:ext cx="251460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state1…n, final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20040" y="466648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CAPTURE: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20040" y="4849368"/>
            <a:ext cx="251460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with page name (all delta states + final)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20040" y="55656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FILE: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20040" y="5748528"/>
            <a:ext cx="251460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JSON with state1…n and final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223760" y="3657600"/>
            <a:ext cx="2697480" cy="2926080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223760" y="3657600"/>
            <a:ext cx="64008" cy="29260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60920" y="37673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STATE: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360920" y="3950208"/>
            <a:ext cx="251460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360920" y="466648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CAPTURE: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360920" y="4849368"/>
            <a:ext cx="251460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pages captured as multiple HTMLs in one file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360920" y="55656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FILE: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360920" y="5748528"/>
            <a:ext cx="251460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Pagewise JSON array created (no delta)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9646920" y="3657600"/>
            <a:ext cx="2377440" cy="2926080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646920" y="3657600"/>
            <a:ext cx="64008" cy="29260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784080" y="37673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STATE: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9784080" y="3950208"/>
            <a:ext cx="219456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page, delta mapped to respective page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9784080" y="46664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CAPTURE: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9784080" y="4849368"/>
            <a:ext cx="219456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pages + delta captured in single HTML file (pagewise)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9784080" y="55656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FILE: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9784080" y="5748528"/>
            <a:ext cx="219456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Pagewise JSON array; delta updated per respective page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🟦 Delta State    🟩 HTML Capture Strategy    🟨 JSON File Output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All 4 Cases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210312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841248"/>
            <a:ext cx="21031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841248"/>
            <a:ext cx="219456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841248"/>
            <a:ext cx="21945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State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841248"/>
            <a:ext cx="384048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841248"/>
            <a:ext cx="38404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Capture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321040" y="841248"/>
            <a:ext cx="36576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841248"/>
            <a:ext cx="3657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Output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1298448"/>
            <a:ext cx="2103120" cy="12801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1298448"/>
            <a:ext cx="54864" cy="12801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1298448"/>
            <a:ext cx="1938528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0" y="1298448"/>
            <a:ext cx="219456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59152" y="1298448"/>
            <a:ext cx="208483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1298448"/>
            <a:ext cx="384048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2" y="1298448"/>
            <a:ext cx="373075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with page name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321040" y="1298448"/>
            <a:ext cx="36576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94192" y="1298448"/>
            <a:ext cx="354787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JSON — final state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" y="2578608"/>
            <a:ext cx="2103120" cy="12801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2578608"/>
            <a:ext cx="54864" cy="12801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2578608"/>
            <a:ext cx="1938528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Delta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0" y="2578608"/>
            <a:ext cx="219456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59152" y="2578608"/>
            <a:ext cx="208483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state1…n, final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80560" y="2578608"/>
            <a:ext cx="384048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53712" y="2578608"/>
            <a:ext cx="373075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with page 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(includes all delta states + final)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321040" y="2578608"/>
            <a:ext cx="36576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94192" y="2578608"/>
            <a:ext cx="354787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JSON — state1…n + final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82880" y="3858768"/>
            <a:ext cx="2103120" cy="12801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3858768"/>
            <a:ext cx="54864" cy="12801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" y="3858768"/>
            <a:ext cx="1938528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Pages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Delta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286000" y="3858768"/>
            <a:ext cx="219456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59152" y="3858768"/>
            <a:ext cx="208483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480560" y="3858768"/>
            <a:ext cx="384048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53712" y="3858768"/>
            <a:ext cx="373075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HTMLs captured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single file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321040" y="3858768"/>
            <a:ext cx="36576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94192" y="3858768"/>
            <a:ext cx="354787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Pagewise JSON array created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82880" y="5138928"/>
            <a:ext cx="2103120" cy="12801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2880" y="5138928"/>
            <a:ext cx="54864" cy="12801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2608" y="5138928"/>
            <a:ext cx="1938528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Pages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Delta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286000" y="5138928"/>
            <a:ext cx="219456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59152" y="5138928"/>
            <a:ext cx="208483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page; delta mapped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respective page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480560" y="5138928"/>
            <a:ext cx="384048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53712" y="5138928"/>
            <a:ext cx="373075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pages + delta per page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single HTML file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321040" y="5138928"/>
            <a:ext cx="36576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94192" y="5138928"/>
            <a:ext cx="354787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Pagewise JSON array;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updated per page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339</Words>
  <Application>Microsoft Office PowerPoint</Application>
  <PresentationFormat>Widescreen</PresentationFormat>
  <Paragraphs>82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Sachin Bhagwan(E)</cp:lastModifiedBy>
  <cp:revision>2</cp:revision>
  <dcterms:created xsi:type="dcterms:W3CDTF">2026-04-14T06:32:40Z</dcterms:created>
  <dcterms:modified xsi:type="dcterms:W3CDTF">2026-04-14T06:39:04Z</dcterms:modified>
</cp:coreProperties>
</file>