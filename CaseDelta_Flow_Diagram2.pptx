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6978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731520"/>
            <a:ext cx="4572000" cy="45720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1371600"/>
            <a:ext cx="3200400" cy="3200400"/>
          </a:xfrm>
          <a:prstGeom prst="ellipse">
            <a:avLst/>
          </a:prstGeom>
          <a:solidFill>
            <a:srgbClr val="818CF8">
              <a:alpha val="1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CaseDelta Flow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· HTML Capture · JSON File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flow-based reference diagram showing how delta state,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 strategy, and JSON output vary by page scenario.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492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Cases  ·  2 Dimensions  ·  Full Capture Strategy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Flow: Page &amp; Delta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166360" y="822960"/>
            <a:ext cx="1828800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66360" y="822960"/>
            <a:ext cx="18288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80760" y="1280160"/>
            <a:ext cx="0" cy="41148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9160" y="1691640"/>
            <a:ext cx="274320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2011680"/>
            <a:ext cx="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52360" y="2011680"/>
            <a:ext cx="178308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0" y="1691640"/>
            <a:ext cx="274320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Delta?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03120" y="2331720"/>
            <a:ext cx="0" cy="50292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0" y="2011680"/>
            <a:ext cx="0" cy="82296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0" y="1691640"/>
            <a:ext cx="274320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Delta?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58400" y="2331720"/>
            <a:ext cx="0" cy="50292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0412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686800" y="2011680"/>
            <a:ext cx="0" cy="82296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0" y="2834640"/>
            <a:ext cx="2286000" cy="502920"/>
          </a:xfrm>
          <a:prstGeom prst="rect">
            <a:avLst/>
          </a:prstGeom>
          <a:solidFill>
            <a:srgbClr val="0C4A6E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· No Delta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2960" y="2834640"/>
            <a:ext cx="2286000" cy="502920"/>
          </a:xfrm>
          <a:prstGeom prst="rect">
            <a:avLst/>
          </a:prstGeom>
          <a:solidFill>
            <a:srgbClr val="0C4A6E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· With Delta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98080" y="2834640"/>
            <a:ext cx="2286000" cy="502920"/>
          </a:xfrm>
          <a:prstGeom prst="rect">
            <a:avLst/>
          </a:prstGeom>
          <a:solidFill>
            <a:srgbClr val="0C4A6E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Page · No Delta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875520" y="2834640"/>
            <a:ext cx="2286000" cy="502920"/>
          </a:xfrm>
          <a:prstGeom prst="rect">
            <a:avLst/>
          </a:prstGeom>
          <a:solidFill>
            <a:srgbClr val="0C4A6E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Page · With Delta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0" y="33375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65960" y="33375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41080" y="33375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018520" y="33375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3657600"/>
            <a:ext cx="269748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46120" y="3657600"/>
            <a:ext cx="64008" cy="29260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37673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STATE: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383280" y="395020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83280" y="46664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CAPTURE: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383280" y="484936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with page name (final state only)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383280" y="55656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FILE: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383280" y="574852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JSON with final state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82880" y="3657600"/>
            <a:ext cx="269748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2880" y="3657600"/>
            <a:ext cx="64008" cy="2926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7673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STATE: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20040" y="395020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state1…n, final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20040" y="46664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CAPTURE: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20040" y="484936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with page name (all delta states + final)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0040" y="55656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FILE: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20040" y="574852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JSON with state1…n and final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223760" y="3657600"/>
            <a:ext cx="269748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23760" y="3657600"/>
            <a:ext cx="64008" cy="2926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60920" y="37673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STATE: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360920" y="395020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360920" y="46664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CAPTURE: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60920" y="484936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captured as multiple HTMLs in one file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360920" y="55656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FILE: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360920" y="574852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Pagewise JSON array created (no delta)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646920" y="3657600"/>
            <a:ext cx="237744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646920" y="3657600"/>
            <a:ext cx="64008" cy="29260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84080" y="3767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STATE: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9784080" y="3950208"/>
            <a:ext cx="219456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page, delta mapped to respective page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9784080" y="46664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CAPTURE: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9784080" y="4849368"/>
            <a:ext cx="219456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+ delta captured in single HTML file (pagewise)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9784080" y="55656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FILE: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9784080" y="5748528"/>
            <a:ext cx="219456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Pagewise JSON array; delta updated per respective page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Delta State    🟩 HTML Capture Strategy    🟨 JSON File Output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All 4 Cases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21031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841248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841248"/>
            <a:ext cx="219456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841248"/>
            <a:ext cx="21945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State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841248"/>
            <a:ext cx="38404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841248"/>
            <a:ext cx="3840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321040" y="841248"/>
            <a:ext cx="36576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841248"/>
            <a:ext cx="3657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1298448"/>
            <a:ext cx="210312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298448"/>
            <a:ext cx="54864" cy="12801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298448"/>
            <a:ext cx="1938528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1298448"/>
            <a:ext cx="21945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1298448"/>
            <a:ext cx="208483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1298448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1298448"/>
            <a:ext cx="373075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with page name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21040" y="1298448"/>
            <a:ext cx="3657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1298448"/>
            <a:ext cx="354787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JSON — final state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2578608"/>
            <a:ext cx="210312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2578608"/>
            <a:ext cx="54864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2578608"/>
            <a:ext cx="1938528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Delta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0" y="2578608"/>
            <a:ext cx="21945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2578608"/>
            <a:ext cx="208483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state1…n, final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2578608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2578608"/>
            <a:ext cx="373075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with page 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(includes all delta states + final)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321040" y="2578608"/>
            <a:ext cx="3657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94192" y="2578608"/>
            <a:ext cx="354787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JSON — state1…n + final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2880" y="3858768"/>
            <a:ext cx="210312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3858768"/>
            <a:ext cx="54864" cy="12801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3858768"/>
            <a:ext cx="1938528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Pages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86000" y="3858768"/>
            <a:ext cx="21945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59152" y="3858768"/>
            <a:ext cx="208483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80560" y="3858768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53712" y="3858768"/>
            <a:ext cx="373075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HTMLs captured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single file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21040" y="3858768"/>
            <a:ext cx="3657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94192" y="3858768"/>
            <a:ext cx="354787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Pagewise JSON array created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2880" y="5138928"/>
            <a:ext cx="210312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880" y="5138928"/>
            <a:ext cx="54864" cy="12801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608" y="5138928"/>
            <a:ext cx="1938528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Pages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Delta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86000" y="5138928"/>
            <a:ext cx="21945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59152" y="5138928"/>
            <a:ext cx="208483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page; delta mapped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respective page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80560" y="5138928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53712" y="5138928"/>
            <a:ext cx="373075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+ delta per 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single HTML file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321040" y="5138928"/>
            <a:ext cx="3657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94192" y="5138928"/>
            <a:ext cx="354787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Pagewise JSON array;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updated per page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2801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 Utility — How It Works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235440" y="146304"/>
            <a:ext cx="274320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0" y="1463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Java · Playwright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01168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41248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Launch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316736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via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58568" y="1261872"/>
            <a:ext cx="219456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15214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96312" y="804672"/>
            <a:ext cx="201168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841248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Navigate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URL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96312" y="1316736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26280" y="1261872"/>
            <a:ext cx="219456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15214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64024" y="804672"/>
            <a:ext cx="201168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841248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Capture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64024" y="1316736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/ DOM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/ Manual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93992" y="1261872"/>
            <a:ext cx="219456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7144" y="115214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31736" y="804672"/>
            <a:ext cx="2011680" cy="914400"/>
          </a:xfrm>
          <a:prstGeom prst="rect">
            <a:avLst/>
          </a:prstGeom>
          <a:solidFill>
            <a:srgbClr val="B45309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31736" y="841248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HTML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31736" y="1316736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PageTitle_TabName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.html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061704" y="1261872"/>
            <a:ext cx="219456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4856" y="115214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299448" y="804672"/>
            <a:ext cx="2011680" cy="914400"/>
          </a:xfrm>
          <a:prstGeom prst="rect">
            <a:avLst/>
          </a:prstGeom>
          <a:solidFill>
            <a:srgbClr val="047857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99448" y="841248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JSON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99448" y="1316736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Pagewise array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single-page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28600" y="1901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TRIGGERS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2212848"/>
            <a:ext cx="28346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2212848"/>
            <a:ext cx="2834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" y="22860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Auto Capture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8328" y="2615184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page load, URL change,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back/forward navigation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0" y="2212848"/>
            <a:ext cx="28346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2212848"/>
            <a:ext cx="2834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0128" y="22860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DOM Mutation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10128" y="2615184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MutationObserver watches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/ React / Angular pages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72200" y="2212848"/>
            <a:ext cx="28346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2212848"/>
            <a:ext cx="2834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81928" y="22860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Manual Button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81928" y="2615184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button injected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page (top-right)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144000" y="2212848"/>
            <a:ext cx="28346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00" y="2212848"/>
            <a:ext cx="2834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53728" y="22860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Tab Switch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253728" y="2615184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 state captured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 (same URL ok)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" y="3566160"/>
            <a:ext cx="5669280" cy="1371600"/>
          </a:xfrm>
          <a:prstGeom prst="rect">
            <a:avLst/>
          </a:prstGeom>
          <a:solidFill>
            <a:srgbClr val="1A1F35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8600" y="3566160"/>
            <a:ext cx="64008" cy="13716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362102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Deduplication &amp; File Naming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11480" y="39319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hash check + cooldown timer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PageTitle_TabName.html  (e.g. Dashboard_Overview.html)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Force/Manual: PageTitle_TabName_&lt;timestamp&gt;.html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26480" y="3566160"/>
            <a:ext cx="5806440" cy="1371600"/>
          </a:xfrm>
          <a:prstGeom prst="rect">
            <a:avLst/>
          </a:prstGeom>
          <a:solidFill>
            <a:srgbClr val="1A1F35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26480" y="3566160"/>
            <a:ext cx="64008" cy="13716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36210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Setup &amp; Integration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09360" y="39319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309360" y="413308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playwright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src/capture.js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006840" y="3895344"/>
            <a:ext cx="0" cy="10058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44000" y="3931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(Maven / Gradle)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144000" y="413308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Playwright Maven dep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HtmlCaptureService.java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28600" y="5074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28600" y="5376672"/>
            <a:ext cx="28346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8600" y="5376672"/>
            <a:ext cx="283464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54315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Files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20040" y="570585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src/resources/html-pages/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PageTitle_TabName.html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200400" y="5376672"/>
            <a:ext cx="28346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00400" y="5376672"/>
            <a:ext cx="283464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91840" y="54315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Deduplicated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291840" y="570585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hash prevents duplicate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within cooldown window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172200" y="5376672"/>
            <a:ext cx="28346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72200" y="5376672"/>
            <a:ext cx="283464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63640" y="54315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Processed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263640" y="570585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Pagewise array or single-page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depending on case type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9144000" y="5376672"/>
            <a:ext cx="28346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44000" y="5376672"/>
            <a:ext cx="2834640" cy="3657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235440" y="54315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Config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9235440" y="570585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HEADLESS=true/false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DOMAIN=example.com (filter)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 Utility  ·  Playwright-powered  ·  Auto + Manual Capture  ·  Dedup via MD5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586</Words>
  <Application>Microsoft Office PowerPoint</Application>
  <PresentationFormat>Widescreen</PresentationFormat>
  <Paragraphs>147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Sachin Bhagwan(E)</cp:lastModifiedBy>
  <cp:revision>2</cp:revision>
  <dcterms:created xsi:type="dcterms:W3CDTF">2026-04-14T07:02:43Z</dcterms:created>
  <dcterms:modified xsi:type="dcterms:W3CDTF">2026-04-14T07:05:52Z</dcterms:modified>
</cp:coreProperties>
</file>